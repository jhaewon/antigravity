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91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1841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검증 실무 대시보드 구축 과정 요약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0" y="8229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HTML 프로토타입 설계부터 다중 버전 조회가 가능한 반응형 React 대시보드로의 전면 개편 프로세스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1920240" cy="2286000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55448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12E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1. 요구사항 분석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73736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NotebookLM 지식베이스 데이터 파악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요약 시트 분석 (진행률 및 잔여 건수)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핵심 블로커(이슈) 관리 요건 도출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기술스택 확정 (Tailwind, Chart.js)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31720" y="2468880"/>
            <a:ext cx="274320" cy="27432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651760" y="1463040"/>
            <a:ext cx="1920240" cy="228600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651760" y="155448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2. 초기 프로토타입 설계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0" y="2103120"/>
            <a:ext cx="173736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단일 HTML 기반의 신속한 화면 구성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Chart.js 누적 막대 그래프 시각화 적용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Tailwind CSS 유틸리티 클래스 스타일링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T0020 버전 목표와 현황을 직관적 배치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17720" y="2468880"/>
            <a:ext cx="274320" cy="27432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937760" y="1463040"/>
            <a:ext cx="1920240" cy="228600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937760" y="155448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835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3. React + Vite 마이그레이션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2103120"/>
            <a:ext cx="173736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유지보수성 강화를 위한 모듈 컴포넌트화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Header, KPI Cards, 차트, 이슈보드 분리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MockData 스토어 중앙 집중화 관리 구축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빠른 렌더링(HMR) 및 현대적 개발 환경 구성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03720" y="2468880"/>
            <a:ext cx="274320" cy="27432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7223760" y="1463040"/>
            <a:ext cx="1920240" cy="228600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223760" y="155448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4. 실 데이터 매핑 및 확장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0" y="2103120"/>
            <a:ext cx="173736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T0020 및 T0010 실 프로젝트 엑셀 반영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다중 데이터 버전을 위한 Header 드롭다운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컴포넌트 간 State 상태관리 체계 고도화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지연/On-Track/특이사항 등 리얼리티 완성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0" y="43891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결과물 : 프로젝트 검증 상황을 한눈에 관리하고 리소스 배치를 돕는, 유연한 '모던 웹 대시보드' 확보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F95875F-F1D7-32DF-8E13-2D664B473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6" y="0"/>
            <a:ext cx="902822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631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</Words>
  <Application>Microsoft Office PowerPoint</Application>
  <PresentationFormat>화면 슬라이드 쇼(16:9)</PresentationFormat>
  <Paragraphs>24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Malgun Gothic</vt:lpstr>
      <vt:lpstr>Arial</vt:lpstr>
      <vt:lpstr>Office Theme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주해원</cp:lastModifiedBy>
  <cp:revision>2</cp:revision>
  <dcterms:created xsi:type="dcterms:W3CDTF">2026-03-15T14:14:47Z</dcterms:created>
  <dcterms:modified xsi:type="dcterms:W3CDTF">2026-03-15T14:15:24Z</dcterms:modified>
</cp:coreProperties>
</file>